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663A00-02E8-4081-A205-8FC17E446942}" v="1" dt="2023-11-15T20:47:53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Rodriguez" userId="aeedcf0f1ec30632" providerId="LiveId" clId="{C1663A00-02E8-4081-A205-8FC17E446942}"/>
    <pc:docChg chg="custSel addSld modSld">
      <pc:chgData name="Eric Rodriguez" userId="aeedcf0f1ec30632" providerId="LiveId" clId="{C1663A00-02E8-4081-A205-8FC17E446942}" dt="2023-11-15T20:48:20.786" v="7" actId="478"/>
      <pc:docMkLst>
        <pc:docMk/>
      </pc:docMkLst>
      <pc:sldChg chg="addSp delSp modSp mod">
        <pc:chgData name="Eric Rodriguez" userId="aeedcf0f1ec30632" providerId="LiveId" clId="{C1663A00-02E8-4081-A205-8FC17E446942}" dt="2023-11-15T20:47:55.073" v="4" actId="962"/>
        <pc:sldMkLst>
          <pc:docMk/>
          <pc:sldMk cId="2149470511" sldId="256"/>
        </pc:sldMkLst>
        <pc:picChg chg="add del">
          <ac:chgData name="Eric Rodriguez" userId="aeedcf0f1ec30632" providerId="LiveId" clId="{C1663A00-02E8-4081-A205-8FC17E446942}" dt="2023-11-15T20:46:54.270" v="1" actId="478"/>
          <ac:picMkLst>
            <pc:docMk/>
            <pc:sldMk cId="2149470511" sldId="256"/>
            <ac:picMk id="5" creationId="{9DF423C7-9643-A67B-253A-A57CB197272A}"/>
          </ac:picMkLst>
        </pc:picChg>
        <pc:picChg chg="add mod">
          <ac:chgData name="Eric Rodriguez" userId="aeedcf0f1ec30632" providerId="LiveId" clId="{C1663A00-02E8-4081-A205-8FC17E446942}" dt="2023-11-15T20:47:55.073" v="4" actId="962"/>
          <ac:picMkLst>
            <pc:docMk/>
            <pc:sldMk cId="2149470511" sldId="256"/>
            <ac:picMk id="7" creationId="{717B0B0E-0DB9-3368-B131-98939CB21632}"/>
          </ac:picMkLst>
        </pc:picChg>
      </pc:sldChg>
      <pc:sldChg chg="delSp new mod">
        <pc:chgData name="Eric Rodriguez" userId="aeedcf0f1ec30632" providerId="LiveId" clId="{C1663A00-02E8-4081-A205-8FC17E446942}" dt="2023-11-15T20:48:20.786" v="7" actId="478"/>
        <pc:sldMkLst>
          <pc:docMk/>
          <pc:sldMk cId="2681997111" sldId="257"/>
        </pc:sldMkLst>
        <pc:spChg chg="del">
          <ac:chgData name="Eric Rodriguez" userId="aeedcf0f1ec30632" providerId="LiveId" clId="{C1663A00-02E8-4081-A205-8FC17E446942}" dt="2023-11-15T20:48:17.331" v="6" actId="478"/>
          <ac:spMkLst>
            <pc:docMk/>
            <pc:sldMk cId="2681997111" sldId="257"/>
            <ac:spMk id="2" creationId="{A7E03A69-3600-562E-380E-A4FD6B4DC74A}"/>
          </ac:spMkLst>
        </pc:spChg>
        <pc:spChg chg="del">
          <ac:chgData name="Eric Rodriguez" userId="aeedcf0f1ec30632" providerId="LiveId" clId="{C1663A00-02E8-4081-A205-8FC17E446942}" dt="2023-11-15T20:48:20.786" v="7" actId="478"/>
          <ac:spMkLst>
            <pc:docMk/>
            <pc:sldMk cId="2681997111" sldId="257"/>
            <ac:spMk id="3" creationId="{BAC9C242-7924-25BD-0FE3-2136097B56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D95F-BE3B-6F5B-8FB4-93798B187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CA1B3-C949-4964-CE6C-279E5FF9C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7DDF3-415A-BD00-BC28-3548D786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C5AEA-7BB2-0E9C-87F1-3A2C09C0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56662-EF00-F8E1-2222-02D80D8C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6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99FD-F6F9-B0D8-D08C-04648192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32C19-F7CF-825F-ED07-4E1A7473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20718-A05F-B1EE-0929-DF2761AB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0B2A-6F22-BE0A-CA6F-C90B79A11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A040-390D-3B44-B521-00B5338C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7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BC31-4553-B40A-B689-09048CFC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BD25A-2286-D21A-C4E1-3F9AEF550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F8339-BAD2-BE91-70D1-2F2E5351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F833-CE87-C863-EED3-176E409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C0F6C-4F1B-FABB-50C0-6AA7309E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3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5E82-68BB-6857-F312-3CA696C6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06D6-BCA2-CAF4-BBCB-AB940202F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F95BF-5547-C14C-35C6-54A8F4F6D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DF735-5597-460E-344B-33E607D7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19219-095A-1DBC-F180-C33A95D8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AC129-5114-E11E-12A1-FBB779DE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3BF2-6D11-E87D-1A69-4CE85CB9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72837-EB61-E76C-6CC1-826846334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A6A7E-BBC9-CEDA-DA6F-3BEA443B8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55A40-EBD3-1817-46CB-49AB4CA10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2264A-1DEA-D515-1547-0A3842E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11C72-8185-B49A-20E7-095CFA17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BC0EF-9593-4974-AA89-95690A11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129AF-27E4-27B3-6972-FB1C2A3F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0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6E37-B45A-CFEF-DD36-DB7EFA6D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E0440-CB69-5F6D-F2AC-C6103FE6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CACDA-DF0A-5CE3-7EE8-C7E20646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72594-BCE2-F133-16E7-881A2C7F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5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7A79F-E266-9990-B659-370900BA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11953-5C33-2D01-5C08-D5976CCA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7B45F-CF81-E698-5585-C08B5A34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7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C118-65CA-7C4E-200C-74840DB9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C73F-9995-00BD-FA2A-BA542366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02D23-7E5C-076D-E24C-A0749AAD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FB4CE-CAAC-7850-984B-1FE5F666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D93C8-276B-B65C-05EC-95D73C0A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C9C6C-E7D9-2C90-06A6-D6AA50A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4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B9D8-E69B-E59D-4364-35632733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365D3-70A4-E0A0-891E-9A8B252B5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8DD73-C22B-84AE-4F22-B18C81460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4EA49-244E-53D8-94D6-BC27A5D8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8F3A7-83F5-77D3-4B91-5EE222C2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2C0E4-833A-44FA-6B83-AE3DEA78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3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42C9-B3AA-8451-2B38-D504EECC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A8A16-38B3-08F1-D60E-AAFB8B9B4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32610-D16B-8007-B945-C7071826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CC5D0-B30A-BF8F-65C9-F0E6F73F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CCE9B-0CDB-C871-FF43-8881FE63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585DC-F46D-1C8B-FF10-0345CB57E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16E7F-08CF-CA1D-8A0A-BF67642B6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DB02-C4CC-EDD3-9CA4-DADF4CC0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E920-4C09-E82C-5139-3D0B39D4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2AB8-6CD3-3BAE-9BCB-186A2CA6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2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DF3CA-A5B0-9FDD-0F30-567771EC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9CC0E-2DE0-BE13-BD5A-8861E1B7C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1F7F6-6D47-D807-0C93-AF42C65B9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E8E22-79B5-4C59-9632-C9ADA14B755A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DB371-A625-DACB-5548-C5D4B07B5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6CBD-A2CE-E5BE-9B7D-559064FBF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8D115-4F61-4124-92A5-A28692221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5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717B0B0E-0DB9-3368-B131-98939CB21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410"/>
            <a:ext cx="12192000" cy="602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7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99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Rodriguez</dc:creator>
  <cp:lastModifiedBy>Eric Rodriguez</cp:lastModifiedBy>
  <cp:revision>1</cp:revision>
  <dcterms:created xsi:type="dcterms:W3CDTF">2023-11-15T20:44:41Z</dcterms:created>
  <dcterms:modified xsi:type="dcterms:W3CDTF">2023-11-15T20:48:23Z</dcterms:modified>
</cp:coreProperties>
</file>