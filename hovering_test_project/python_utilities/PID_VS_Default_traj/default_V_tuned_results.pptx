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A117C-7B5E-431A-AE31-82AD9778CCC1}" v="2" dt="2023-11-17T16:18:56.8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90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ic Rodriguez" userId="aeedcf0f1ec30632" providerId="LiveId" clId="{000A117C-7B5E-431A-AE31-82AD9778CCC1}"/>
    <pc:docChg chg="custSel addSld delSld modSld">
      <pc:chgData name="Eric Rodriguez" userId="aeedcf0f1ec30632" providerId="LiveId" clId="{000A117C-7B5E-431A-AE31-82AD9778CCC1}" dt="2023-11-17T16:19:36.839" v="14" actId="478"/>
      <pc:docMkLst>
        <pc:docMk/>
      </pc:docMkLst>
      <pc:sldChg chg="del">
        <pc:chgData name="Eric Rodriguez" userId="aeedcf0f1ec30632" providerId="LiveId" clId="{000A117C-7B5E-431A-AE31-82AD9778CCC1}" dt="2023-11-17T15:26:34.993" v="0" actId="47"/>
        <pc:sldMkLst>
          <pc:docMk/>
          <pc:sldMk cId="2149470511" sldId="256"/>
        </pc:sldMkLst>
      </pc:sldChg>
      <pc:sldChg chg="addSp modSp mod">
        <pc:chgData name="Eric Rodriguez" userId="aeedcf0f1ec30632" providerId="LiveId" clId="{000A117C-7B5E-431A-AE31-82AD9778CCC1}" dt="2023-11-17T16:19:03.809" v="11" actId="1076"/>
        <pc:sldMkLst>
          <pc:docMk/>
          <pc:sldMk cId="2681997111" sldId="257"/>
        </pc:sldMkLst>
        <pc:picChg chg="add mod">
          <ac:chgData name="Eric Rodriguez" userId="aeedcf0f1ec30632" providerId="LiveId" clId="{000A117C-7B5E-431A-AE31-82AD9778CCC1}" dt="2023-11-17T16:18:45.482" v="5" actId="14100"/>
          <ac:picMkLst>
            <pc:docMk/>
            <pc:sldMk cId="2681997111" sldId="257"/>
            <ac:picMk id="3" creationId="{C468E898-FC74-E1DD-2AE6-87F4796BF4CF}"/>
          </ac:picMkLst>
        </pc:picChg>
        <pc:picChg chg="add mod">
          <ac:chgData name="Eric Rodriguez" userId="aeedcf0f1ec30632" providerId="LiveId" clId="{000A117C-7B5E-431A-AE31-82AD9778CCC1}" dt="2023-11-17T16:19:03.809" v="11" actId="1076"/>
          <ac:picMkLst>
            <pc:docMk/>
            <pc:sldMk cId="2681997111" sldId="257"/>
            <ac:picMk id="5" creationId="{B3D1AFC5-2E31-CAE9-7BC6-19195988AF4F}"/>
          </ac:picMkLst>
        </pc:picChg>
      </pc:sldChg>
      <pc:sldChg chg="delSp new mod">
        <pc:chgData name="Eric Rodriguez" userId="aeedcf0f1ec30632" providerId="LiveId" clId="{000A117C-7B5E-431A-AE31-82AD9778CCC1}" dt="2023-11-17T16:19:36.839" v="14" actId="478"/>
        <pc:sldMkLst>
          <pc:docMk/>
          <pc:sldMk cId="82836999" sldId="258"/>
        </pc:sldMkLst>
        <pc:spChg chg="del">
          <ac:chgData name="Eric Rodriguez" userId="aeedcf0f1ec30632" providerId="LiveId" clId="{000A117C-7B5E-431A-AE31-82AD9778CCC1}" dt="2023-11-17T16:19:35.553" v="13" actId="478"/>
          <ac:spMkLst>
            <pc:docMk/>
            <pc:sldMk cId="82836999" sldId="258"/>
            <ac:spMk id="2" creationId="{AFB4A59D-3BDD-7FDB-C9F2-AAAE0303931E}"/>
          </ac:spMkLst>
        </pc:spChg>
        <pc:spChg chg="del">
          <ac:chgData name="Eric Rodriguez" userId="aeedcf0f1ec30632" providerId="LiveId" clId="{000A117C-7B5E-431A-AE31-82AD9778CCC1}" dt="2023-11-17T16:19:36.839" v="14" actId="478"/>
          <ac:spMkLst>
            <pc:docMk/>
            <pc:sldMk cId="82836999" sldId="258"/>
            <ac:spMk id="3" creationId="{99876819-E89B-6086-410B-E720E28B7D1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1D95F-BE3B-6F5B-8FB4-93798B187A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4CA1B3-C949-4964-CE6C-279E5FF9C0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57DDF3-415A-BD00-BC28-3548D786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E8E22-79B5-4C59-9632-C9ADA14B755A}" type="datetimeFigureOut">
              <a:rPr lang="en-US" smtClean="0"/>
              <a:t>11/17/2023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8C5AEA-7BB2-0E9C-87F1-3A2C09C02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D56662-EF00-F8E1-2222-02D80D8C8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8D115-4F61-4124-92A5-A28692221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765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199FD-F6F9-B0D8-D08C-046481921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32C19-F7CF-825F-ED07-4E1A747393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620718-A05F-B1EE-0929-DF2761AB2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E8E22-79B5-4C59-9632-C9ADA14B755A}" type="datetimeFigureOut">
              <a:rPr lang="en-US" smtClean="0"/>
              <a:t>11/17/2023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AC0B2A-6F22-BE0A-CA6F-C90B79A11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37A040-390D-3B44-B521-00B5338C1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8D115-4F61-4124-92A5-A28692221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379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9BC31-4553-B40A-B689-09048CFC7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6BD25A-2286-D21A-C4E1-3F9AEF5501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F8339-BAD2-BE91-70D1-2F2E53510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E8E22-79B5-4C59-9632-C9ADA14B755A}" type="datetimeFigureOut">
              <a:rPr lang="en-US" smtClean="0"/>
              <a:t>11/17/2023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52F833-CE87-C863-EED3-176E4092F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C0F6C-4F1B-FABB-50C0-6AA7309E3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8D115-4F61-4124-92A5-A28692221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033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05E82-68BB-6857-F312-3CA696C63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906D6-BCA2-CAF4-BBCB-AB940202F1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9F95BF-5547-C14C-35C6-54A8F4F6D8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CDF735-5597-460E-344B-33E607D77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E8E22-79B5-4C59-9632-C9ADA14B755A}" type="datetimeFigureOut">
              <a:rPr lang="en-US" smtClean="0"/>
              <a:t>11/17/2023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619219-095A-1DBC-F180-C33A95D8B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DAC129-5114-E11E-12A1-FBB779DE4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8D115-4F61-4124-92A5-A28692221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379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B3BF2-6D11-E87D-1A69-4CE85CB98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F72837-EB61-E76C-6CC1-826846334E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1A6A7E-BBC9-CEDA-DA6F-3BEA443B8B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055A40-EBD3-1817-46CB-49AB4CA10C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92264A-1DEA-D515-1547-0A3842EBAF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911C72-8185-B49A-20E7-095CFA17B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E8E22-79B5-4C59-9632-C9ADA14B755A}" type="datetimeFigureOut">
              <a:rPr lang="en-US" smtClean="0"/>
              <a:t>11/17/2023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6BC0EF-9593-4974-AA89-95690A116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C129AF-27E4-27B3-6972-FB1C2A3F2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8D115-4F61-4124-92A5-A28692221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906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26E37-B45A-CFEF-DD36-DB7EFA6DF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6E0440-CB69-5F6D-F2AC-C6103FE6E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E8E22-79B5-4C59-9632-C9ADA14B755A}" type="datetimeFigureOut">
              <a:rPr lang="en-US" smtClean="0"/>
              <a:t>11/17/2023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6CACDA-DF0A-5CE3-7EE8-C7E206464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872594-BCE2-F133-16E7-881A2C7F0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8D115-4F61-4124-92A5-A28692221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359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17A79F-E266-9990-B659-370900BAE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E8E22-79B5-4C59-9632-C9ADA14B755A}" type="datetimeFigureOut">
              <a:rPr lang="en-US" smtClean="0"/>
              <a:t>11/17/2023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511953-5C33-2D01-5C08-D5976CCA7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97B45F-CF81-E698-5585-C08B5A34C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8D115-4F61-4124-92A5-A28692221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571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DC118-65CA-7C4E-200C-74840DB97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6C73F-9995-00BD-FA2A-BA542366B4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A02D23-7E5C-076D-E24C-A0749AAD88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EFB4CE-CAAC-7850-984B-1FE5F666B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E8E22-79B5-4C59-9632-C9ADA14B755A}" type="datetimeFigureOut">
              <a:rPr lang="en-US" smtClean="0"/>
              <a:t>11/17/2023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7D93C8-276B-B65C-05EC-95D73C0AC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3C9C6C-E7D9-2C90-06A6-D6AA50A3F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8D115-4F61-4124-92A5-A28692221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740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8B9D8-E69B-E59D-4364-35632733A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B365D3-70A4-E0A0-891E-9A8B252B5A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A8DD73-C22B-84AE-4F22-B18C81460B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24EA49-244E-53D8-94D6-BC27A5D8C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E8E22-79B5-4C59-9632-C9ADA14B755A}" type="datetimeFigureOut">
              <a:rPr lang="en-US" smtClean="0"/>
              <a:t>11/17/2023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C8F3A7-83F5-77D3-4B91-5EE222C2D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12C0E4-833A-44FA-6B83-AE3DEA780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8D115-4F61-4124-92A5-A28692221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37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342C9-B3AA-8451-2B38-D504EECCC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EA8A16-38B3-08F1-D60E-AAFB8B9B47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D32610-D16B-8007-B945-C7071826A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E8E22-79B5-4C59-9632-C9ADA14B755A}" type="datetimeFigureOut">
              <a:rPr lang="en-US" smtClean="0"/>
              <a:t>11/17/2023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CCC5D0-B30A-BF8F-65C9-F0E6F73F7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8CCE9B-0CDB-C871-FF43-8881FE63C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8D115-4F61-4124-92A5-A28692221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66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C585DC-F46D-1C8B-FF10-0345CB57ED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416E7F-08CF-CA1D-8A0A-BF67642B6B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4DB02-C4CC-EDD3-9CA4-DADF4CC04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E8E22-79B5-4C59-9632-C9ADA14B755A}" type="datetimeFigureOut">
              <a:rPr lang="en-US" smtClean="0"/>
              <a:t>11/17/2023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71E920-4C09-E82C-5139-3D0B39D45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882AB8-6CD3-3BAE-9BCB-186A2CA61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8D115-4F61-4124-92A5-A28692221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127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8DF3CA-A5B0-9FDD-0F30-567771ECE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C9CC0E-2DE0-BE13-BD5A-8861E1B7C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31F7F6-6D47-D807-0C93-AF42C65B9F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FE8E22-79B5-4C59-9632-C9ADA14B755A}" type="datetimeFigureOut">
              <a:rPr lang="en-US" smtClean="0"/>
              <a:t>11/17/2023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6DB371-A625-DACB-5548-C5D4B07B50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446CBD-A2CE-E5BE-9B7D-559064FBFC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D8D115-4F61-4124-92A5-A28692221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459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blue and orange lines&#10;&#10;Description automatically generated">
            <a:extLst>
              <a:ext uri="{FF2B5EF4-FFF2-40B4-BE49-F238E27FC236}">
                <a16:creationId xmlns:a16="http://schemas.microsoft.com/office/drawing/2014/main" id="{C468E898-FC74-E1DD-2AE6-87F4796BF4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170311" cy="3976487"/>
          </a:xfrm>
          <a:prstGeom prst="rect">
            <a:avLst/>
          </a:prstGeom>
        </p:spPr>
      </p:pic>
      <p:pic>
        <p:nvPicPr>
          <p:cNvPr id="5" name="Picture 4" descr="A graph with a line&#10;&#10;Description automatically generated">
            <a:extLst>
              <a:ext uri="{FF2B5EF4-FFF2-40B4-BE49-F238E27FC236}">
                <a16:creationId xmlns:a16="http://schemas.microsoft.com/office/drawing/2014/main" id="{B3D1AFC5-2E31-CAE9-7BC6-19195988AF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0311" y="0"/>
            <a:ext cx="5016053" cy="4007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997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836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Rodriguez</dc:creator>
  <cp:lastModifiedBy>Eric Rodriguez</cp:lastModifiedBy>
  <cp:revision>2</cp:revision>
  <dcterms:created xsi:type="dcterms:W3CDTF">2023-11-15T20:44:41Z</dcterms:created>
  <dcterms:modified xsi:type="dcterms:W3CDTF">2023-11-17T16:19:41Z</dcterms:modified>
</cp:coreProperties>
</file>